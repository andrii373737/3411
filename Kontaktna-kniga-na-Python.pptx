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ora"/>
      <p:regular r:id="rId15"/>
    </p:embeddedFont>
    <p:embeddedFont>
      <p:font typeface="Lora"/>
      <p:regular r:id="rId16"/>
    </p:embeddedFont>
    <p:embeddedFont>
      <p:font typeface="Lora"/>
      <p:regular r:id="rId17"/>
    </p:embeddedFont>
    <p:embeddedFont>
      <p:font typeface="Lora"/>
      <p:regular r:id="rId18"/>
    </p:embeddedFont>
    <p:embeddedFont>
      <p:font typeface="Source Sans 3"/>
      <p:regular r:id="rId19"/>
    </p:embeddedFont>
    <p:embeddedFont>
      <p:font typeface="Source Sans 3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5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1436" y="1448038"/>
            <a:ext cx="10707410" cy="290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50"/>
              </a:lnSpc>
              <a:buNone/>
            </a:pPr>
            <a:r>
              <a:rPr lang="en-US" sz="9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Контактна книга на Python</a:t>
            </a:r>
            <a:endParaRPr lang="en-US" sz="9150" dirty="0"/>
          </a:p>
        </p:txBody>
      </p:sp>
      <p:sp>
        <p:nvSpPr>
          <p:cNvPr id="3" name="Shape 1"/>
          <p:cNvSpPr/>
          <p:nvPr/>
        </p:nvSpPr>
        <p:spPr>
          <a:xfrm>
            <a:off x="1961436" y="4666917"/>
            <a:ext cx="10707410" cy="28218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61436" y="4822865"/>
            <a:ext cx="10707410" cy="617577"/>
          </a:xfrm>
          <a:prstGeom prst="roundRect">
            <a:avLst>
              <a:gd name="adj" fmla="val 4005"/>
            </a:avLst>
          </a:prstGeom>
          <a:solidFill>
            <a:srgbClr val="49042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218" y="4995267"/>
            <a:ext cx="257532" cy="2060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48533" y="4977527"/>
            <a:ext cx="9955530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Над презентацією і проектом працювали: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961436" y="5568196"/>
            <a:ext cx="5296972" cy="862846"/>
          </a:xfrm>
          <a:prstGeom prst="roundRect">
            <a:avLst>
              <a:gd name="adj" fmla="val 2866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2126218" y="5732978"/>
            <a:ext cx="193964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Шкода Дмитро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26218" y="6043493"/>
            <a:ext cx="496740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 Developer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71874" y="5568196"/>
            <a:ext cx="5296972" cy="862846"/>
          </a:xfrm>
          <a:prstGeom prst="roundRect">
            <a:avLst>
              <a:gd name="adj" fmla="val 2866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7536656" y="5732978"/>
            <a:ext cx="1939647" cy="242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Сподарик Андрій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36656" y="6043493"/>
            <a:ext cx="4967407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 Designer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61436" y="6558796"/>
            <a:ext cx="10707410" cy="222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25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92367" y="3205639"/>
            <a:ext cx="5522714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Опис Проєкту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792367" y="4162203"/>
            <a:ext cx="11045547" cy="2881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792367" y="4326850"/>
            <a:ext cx="3601283" cy="2454354"/>
          </a:xfrm>
          <a:prstGeom prst="roundRect">
            <a:avLst>
              <a:gd name="adj" fmla="val 1039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85248" y="4519732"/>
            <a:ext cx="3122652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Консольна програма на Python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85248" y="4842391"/>
            <a:ext cx="3215521" cy="145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Цей проєкт є консольною програмою, розробленою на Python, яка дозволяє ефективно зберігати та управляти контактними даними людей.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514499" y="4326850"/>
            <a:ext cx="3601283" cy="2454354"/>
          </a:xfrm>
          <a:prstGeom prst="roundRect">
            <a:avLst>
              <a:gd name="adj" fmla="val 1039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07380" y="4519732"/>
            <a:ext cx="2000964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Деталі контакту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07380" y="4842391"/>
            <a:ext cx="3215521" cy="87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Кожен контакт у системі включає ім’я, номер телефону та адресу електронної пошти.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9236631" y="4326850"/>
            <a:ext cx="3601283" cy="2454354"/>
          </a:xfrm>
          <a:prstGeom prst="roundRect">
            <a:avLst>
              <a:gd name="adj" fmla="val 1039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29512" y="4519732"/>
            <a:ext cx="2208371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Зручне відображення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429512" y="4842391"/>
            <a:ext cx="3215521" cy="174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Програма забезпечує зручне відображення всіх збережених контактів на екрані, надаючи швидкий доступ до необхідної інформації та спрощуючи організацію ваших контактів.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792367" y="6917055"/>
            <a:ext cx="1104554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933" y="1085374"/>
            <a:ext cx="4084320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Архітектура Програми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126933" y="1768554"/>
            <a:ext cx="10376535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Розглянемо основні програмні елементи, що забезпечують функціональність нашої консольної контактної книги на Python.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2126933" y="2501206"/>
            <a:ext cx="10376535" cy="2750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26933" y="2648545"/>
            <a:ext cx="5134928" cy="1832967"/>
          </a:xfrm>
          <a:prstGeom prst="roundRect">
            <a:avLst>
              <a:gd name="adj" fmla="val 130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9793" y="2671405"/>
            <a:ext cx="5089208" cy="47934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7" name="Shape 5"/>
          <p:cNvSpPr/>
          <p:nvPr/>
        </p:nvSpPr>
        <p:spPr>
          <a:xfrm>
            <a:off x="2309574" y="3257312"/>
            <a:ext cx="680918" cy="266224"/>
          </a:xfrm>
          <a:prstGeom prst="roundRect">
            <a:avLst>
              <a:gd name="adj" fmla="val 7202"/>
            </a:avLst>
          </a:prstGeom>
          <a:solidFill>
            <a:srgbClr val="49042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5420" y="3326487"/>
            <a:ext cx="127754" cy="1277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96991" y="3305175"/>
            <a:ext cx="297656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КЛАС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09574" y="3566160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309574" y="3865007"/>
            <a:ext cx="4769644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Фундамент програми, що визначає шаблон для кожного контакту, включаючи ім'я, номер телефону та електронну пошту.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368421" y="2648545"/>
            <a:ext cx="5135047" cy="1832967"/>
          </a:xfrm>
          <a:prstGeom prst="roundRect">
            <a:avLst>
              <a:gd name="adj" fmla="val 1308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91281" y="2671405"/>
            <a:ext cx="5089327" cy="47934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4" name="Shape 11"/>
          <p:cNvSpPr/>
          <p:nvPr/>
        </p:nvSpPr>
        <p:spPr>
          <a:xfrm>
            <a:off x="7551063" y="3257312"/>
            <a:ext cx="855345" cy="266224"/>
          </a:xfrm>
          <a:prstGeom prst="roundRect">
            <a:avLst>
              <a:gd name="adj" fmla="val 7202"/>
            </a:avLst>
          </a:prstGeom>
          <a:solidFill>
            <a:srgbClr val="49042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6908" y="3326487"/>
            <a:ext cx="127754" cy="1277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38480" y="3305175"/>
            <a:ext cx="472083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МЕТОДИ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551063" y="3566160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та </a:t>
            </a:r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show_info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551063" y="3865007"/>
            <a:ext cx="4769763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створює новий контакт та ініціалізує його дані, а 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show_info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зручно відображає його деталі на екрані.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126933" y="4588073"/>
            <a:ext cx="5134928" cy="2038469"/>
          </a:xfrm>
          <a:prstGeom prst="roundRect">
            <a:avLst>
              <a:gd name="adj" fmla="val 117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149793" y="4610933"/>
            <a:ext cx="5089208" cy="47934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21" name="Shape 17"/>
          <p:cNvSpPr/>
          <p:nvPr/>
        </p:nvSpPr>
        <p:spPr>
          <a:xfrm>
            <a:off x="2309574" y="5196840"/>
            <a:ext cx="651272" cy="266224"/>
          </a:xfrm>
          <a:prstGeom prst="roundRect">
            <a:avLst>
              <a:gd name="adj" fmla="val 7202"/>
            </a:avLst>
          </a:prstGeom>
          <a:solidFill>
            <a:srgbClr val="49042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05420" y="5266015"/>
            <a:ext cx="127754" cy="12775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596991" y="5244703"/>
            <a:ext cx="268010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ДАНІ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309574" y="5505688"/>
            <a:ext cx="1887022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Зберігання у </a:t>
            </a:r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Списку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2309574" y="5804535"/>
            <a:ext cx="4769644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ефективного управління декількома контактами використовується </a:t>
            </a:r>
            <a:pPr algn="l"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список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що дозволяє легко додавати та отримувати доступ до записів.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368421" y="4588073"/>
            <a:ext cx="5135047" cy="2038469"/>
          </a:xfrm>
          <a:prstGeom prst="roundRect">
            <a:avLst>
              <a:gd name="adj" fmla="val 117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91281" y="4610933"/>
            <a:ext cx="5089327" cy="47934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28" name="Shape 23"/>
          <p:cNvSpPr/>
          <p:nvPr/>
        </p:nvSpPr>
        <p:spPr>
          <a:xfrm>
            <a:off x="7551063" y="5196840"/>
            <a:ext cx="788789" cy="266224"/>
          </a:xfrm>
          <a:prstGeom prst="roundRect">
            <a:avLst>
              <a:gd name="adj" fmla="val 7202"/>
            </a:avLst>
          </a:prstGeom>
          <a:solidFill>
            <a:srgbClr val="49042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6908" y="5266015"/>
            <a:ext cx="127754" cy="12775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838480" y="5244703"/>
            <a:ext cx="405527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ЦИКЛИ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551063" y="5505688"/>
            <a:ext cx="1879759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Цикл Виведення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551063" y="5804535"/>
            <a:ext cx="4769763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Контакти послідовно виводяться за допомогою 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циклу, забезпечуючи чітке представлення всієї інформації.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2126933" y="6826270"/>
            <a:ext cx="10376535" cy="2750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2126933" y="6973610"/>
            <a:ext cx="10376535" cy="17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1725930"/>
            <a:ext cx="5870138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Процес Створення Програми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13410" y="2433876"/>
            <a:ext cx="7917180" cy="30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Розглянемо покроковий процес створення нашої консольної контактної книги: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13410" y="2881670"/>
            <a:ext cx="3894415" cy="1750695"/>
          </a:xfrm>
          <a:prstGeom prst="roundRect">
            <a:avLst>
              <a:gd name="adj" fmla="val 1502"/>
            </a:avLst>
          </a:prstGeom>
          <a:solidFill>
            <a:srgbClr val="44475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3056930"/>
            <a:ext cx="525780" cy="5257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212" y="3201472"/>
            <a:ext cx="236577" cy="2365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8670" y="3710940"/>
            <a:ext cx="2717959" cy="265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Визначення Класу 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88670" y="4053245"/>
            <a:ext cx="3543895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Розробка класу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з атрибутами для імені, телефону та email, що є основою для кожного запису.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636056" y="2881670"/>
            <a:ext cx="3894534" cy="1750695"/>
          </a:xfrm>
          <a:prstGeom prst="roundRect">
            <a:avLst>
              <a:gd name="adj" fmla="val 1502"/>
            </a:avLst>
          </a:prstGeom>
          <a:solidFill>
            <a:srgbClr val="444752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1316" y="3056930"/>
            <a:ext cx="525780" cy="52578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5857" y="3201472"/>
            <a:ext cx="236577" cy="23657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11316" y="3710940"/>
            <a:ext cx="331362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Ініціалізація Об'єктів Контактів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811316" y="4045625"/>
            <a:ext cx="3544014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Створення декількох екземплярів класу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заповнюючи їх конкретними даними.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613410" y="4760595"/>
            <a:ext cx="3894415" cy="1743075"/>
          </a:xfrm>
          <a:prstGeom prst="roundRect">
            <a:avLst>
              <a:gd name="adj" fmla="val 1508"/>
            </a:avLst>
          </a:prstGeom>
          <a:solidFill>
            <a:srgbClr val="444752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70" y="4935855"/>
            <a:ext cx="525780" cy="52578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212" y="5080397"/>
            <a:ext cx="236577" cy="23657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88670" y="5589865"/>
            <a:ext cx="2140625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Зберігання у Список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788670" y="5924550"/>
            <a:ext cx="3543895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Організація всіх створених об'єктів 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у єдиний список для зручного доступу та управління.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4636056" y="4760595"/>
            <a:ext cx="3894534" cy="1743075"/>
          </a:xfrm>
          <a:prstGeom prst="roundRect">
            <a:avLst>
              <a:gd name="adj" fmla="val 1508"/>
            </a:avLst>
          </a:prstGeom>
          <a:solidFill>
            <a:srgbClr val="444752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1316" y="4935855"/>
            <a:ext cx="525780" cy="525780"/>
          </a:xfrm>
          <a:prstGeom prst="rect">
            <a:avLst/>
          </a:prstGeom>
        </p:spPr>
      </p:pic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55857" y="5080397"/>
            <a:ext cx="236577" cy="236577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811316" y="5589865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Вивід Інформації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4811316" y="5924550"/>
            <a:ext cx="3544014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Використання циклу для послідовного відображення деталей кожного контакту зі списку на консоль.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05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720" y="3494008"/>
            <a:ext cx="8685371" cy="589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Функціональні Можливості Програми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7720" y="4335066"/>
            <a:ext cx="13014960" cy="73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Наша консольна контактна книга розроблена для простого та ефективного управління вашими контактами. Вона пропонує ключові функції для організації ваших даних.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807720" y="5360171"/>
            <a:ext cx="13014960" cy="3262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20" y="5581412"/>
            <a:ext cx="501015" cy="5010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18404" y="5581412"/>
            <a:ext cx="317670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Додавання Нових Контактів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518404" y="5976699"/>
            <a:ext cx="3487817" cy="9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Програма дозволяє користувачам легко додавати кілька контактів, вносячи ім'я, номер телефону та адресу електронної пошти для кожного.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5890" y="5581412"/>
            <a:ext cx="501015" cy="5010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26574" y="5581412"/>
            <a:ext cx="301335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Надійне Зберігання Даних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926574" y="5976699"/>
            <a:ext cx="3487817" cy="94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Кожен доданий контакт надійно зберігається у внутрішній структурі даних програми, забезпечуючи доступність інформації та її збереження.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4060" y="5581412"/>
            <a:ext cx="501015" cy="5010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34744" y="5581412"/>
            <a:ext cx="318051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Миттєвий Перегляд Списку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0334744" y="5976699"/>
            <a:ext cx="3487817" cy="706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Усі збережені контакти можна легко та швидко переглянути у консолі, що дозволяє знаходити та перевіряти необхідну інформацію.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07720" y="7208021"/>
            <a:ext cx="13014960" cy="32623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1739" y="527090"/>
            <a:ext cx="5900976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Легкість Реалізації Проєкту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531739" y="1404936"/>
            <a:ext cx="11566803" cy="29766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739" y="1583650"/>
            <a:ext cx="11566803" cy="52050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4063" y="1841192"/>
            <a:ext cx="2024188" cy="2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Старт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274063" y="2224377"/>
            <a:ext cx="2024188" cy="436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Плавний початок без перешкод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7542" y="3217876"/>
            <a:ext cx="448352" cy="448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76007" y="5744984"/>
            <a:ext cx="2035310" cy="2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Розробка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276007" y="6128168"/>
            <a:ext cx="2035310" cy="43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Простий процес реалізації функцій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486" y="4852798"/>
            <a:ext cx="448352" cy="448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5708" y="1802439"/>
            <a:ext cx="2024188" cy="2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Тестування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255708" y="2185624"/>
            <a:ext cx="2024188" cy="436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Швидка перевірка без складнощів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2552" y="3173389"/>
            <a:ext cx="448352" cy="4483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57653" y="5744984"/>
            <a:ext cx="2024188" cy="2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Реліз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257653" y="6128168"/>
            <a:ext cx="2024188" cy="436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Успішний запуск продукту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1131" y="4852798"/>
            <a:ext cx="448352" cy="4483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31739" y="6937772"/>
            <a:ext cx="11566803" cy="49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Процес розробки нашої консольної контактної книги на Python пройшов без значних перешкод, що дозволило команді ефективно зосередитися на реалізації функціоналу та забезпечити високу якість продукту.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1531739" y="7672743"/>
            <a:ext cx="11566803" cy="29766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242" y="1668780"/>
            <a:ext cx="7441525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Плани на Майбутнє Розвитку Проєкту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99242" y="2356009"/>
            <a:ext cx="7945517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Для розширення функціоналу та підвищення зручності використання нашої контактної книги, ми плануємо впровадити ряд нових можливостей.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599242" y="3166765"/>
            <a:ext cx="7945517" cy="28932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42" y="3333393"/>
            <a:ext cx="428030" cy="428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0267" y="3333393"/>
            <a:ext cx="3589496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Інтерактивне Додавання Контактів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80267" y="3658672"/>
            <a:ext cx="7364492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Можливість додавати нові контакти безпосередньо з клавіатури під час роботи програми.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242" y="4091464"/>
            <a:ext cx="428030" cy="4280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0267" y="4091464"/>
            <a:ext cx="308050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Розширений Пошук Контактів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180267" y="4416743"/>
            <a:ext cx="7364492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Функція швидкого пошуку контактів за ім'ям, номером телефону або електронною поштою.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42" y="4849535"/>
            <a:ext cx="428030" cy="4280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0267" y="4849535"/>
            <a:ext cx="3591282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Редагування та Видалення Записів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180267" y="5174813"/>
            <a:ext cx="7364492" cy="187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Надання інструментів для легкого редагування існуючих контактів та їх видалення за потреби.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242" y="5607606"/>
            <a:ext cx="428030" cy="4280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0267" y="5607606"/>
            <a:ext cx="2703314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Збереження Даних у Файл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180267" y="5932884"/>
            <a:ext cx="7364492" cy="375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Реалізація механізму збереження всіх контактних даних у зовнішній файл для постійного зберігання та резервного копіювання.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99242" y="6531948"/>
            <a:ext cx="7945517" cy="28932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2469"/>
            <a:ext cx="80245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Висновки та Заключне Слово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8852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Цей проєкт став важливим етапом у нашому навчанні, дозволивши закріпити ключові знання та навички.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537460"/>
            <a:ext cx="6357818" cy="3815596"/>
          </a:xfrm>
          <a:prstGeom prst="roundRect">
            <a:avLst>
              <a:gd name="adj" fmla="val 941"/>
            </a:avLst>
          </a:prstGeom>
          <a:solidFill>
            <a:srgbClr val="4447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039" y="2776776"/>
            <a:ext cx="718066" cy="71806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4445" y="2974181"/>
            <a:ext cx="323136" cy="3231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7039" y="3734157"/>
            <a:ext cx="35648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Закріплення знань Python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77039" y="4229695"/>
            <a:ext cx="58791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Проєкт надав цінний практичний досвід у розробці функціональної консольної програми на Python, поглибивши розуміння синтаксису та можливостей мови.</a:t>
            </a:r>
            <a:endParaRPr lang="en-US" sz="1850" dirty="0"/>
          </a:p>
        </p:txBody>
      </p:sp>
      <p:sp>
        <p:nvSpPr>
          <p:cNvPr id="9" name="Shape 5"/>
          <p:cNvSpPr/>
          <p:nvPr/>
        </p:nvSpPr>
        <p:spPr>
          <a:xfrm>
            <a:off x="7434858" y="2537460"/>
            <a:ext cx="6357818" cy="3815596"/>
          </a:xfrm>
          <a:prstGeom prst="roundRect">
            <a:avLst>
              <a:gd name="adj" fmla="val 941"/>
            </a:avLst>
          </a:prstGeom>
          <a:solidFill>
            <a:srgbClr val="44475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173" y="2776776"/>
            <a:ext cx="718066" cy="71806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1579" y="2974181"/>
            <a:ext cx="323136" cy="32313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74173" y="3734157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Основи Об'єктно-орієнтованого Програмування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74173" y="4581644"/>
            <a:ext cx="58791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Ми ефективно застосували принципи ООП, створивши клас для контактів та реалізувавши методи для управління даними, що зміцнило наше розуміння цієї парадигми.</a:t>
            </a:r>
            <a:endParaRPr lang="en-US" sz="1850" dirty="0"/>
          </a:p>
        </p:txBody>
      </p:sp>
      <p:sp>
        <p:nvSpPr>
          <p:cNvPr id="14" name="Shape 8"/>
          <p:cNvSpPr/>
          <p:nvPr/>
        </p:nvSpPr>
        <p:spPr>
          <a:xfrm>
            <a:off x="837724" y="6741871"/>
            <a:ext cx="12954952" cy="37505"/>
          </a:xfrm>
          <a:prstGeom prst="rect">
            <a:avLst/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5" name="Text 9"/>
          <p:cNvSpPr/>
          <p:nvPr/>
        </p:nvSpPr>
        <p:spPr>
          <a:xfrm>
            <a:off x="837724" y="7048500"/>
            <a:ext cx="12954952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Дякуємо за увагу! Цей досвід став цінним кроком у нашому розвитку як розробників.</a:t>
            </a:r>
            <a:endParaRPr lang="en-US" sz="2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2026-02-25T17:01:00Z</dcterms:created>
  <dcterms:modified xsi:type="dcterms:W3CDTF">2026-02-25T17:01:00Z</dcterms:modified>
</cp:coreProperties>
</file>